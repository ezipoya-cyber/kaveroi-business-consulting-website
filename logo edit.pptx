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3A1CD-604D-4064-14AD-AFB26658F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37589A-28EC-5717-5E48-2A151EA54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1376B-4BBA-9778-79D9-D04EF90B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5120C-8B83-41CC-AD7D-2E4C63B0AA88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3F500-14E1-C727-9248-558F3392B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BABE0-ED34-CF2E-440D-305930A1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DBB4-F85E-4D8B-BB98-E7D85334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8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9C376-614C-D61C-0F8D-A76810DE1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6B456-17B8-F6C9-68D3-2B861EE8E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06844-F343-31E0-BB9A-AE2B77328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5120C-8B83-41CC-AD7D-2E4C63B0AA88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B5D76-BEC0-2A55-3D1E-5C8856850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B566B-CFAF-D942-7ADA-664251866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DBB4-F85E-4D8B-BB98-E7D85334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198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C03BD-8A14-4539-37B8-6BD7D73ED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30FA8-EF82-BBAB-CCF8-C4CF2EADB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ECCF1-9808-D1C3-9672-995AF159B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5120C-8B83-41CC-AD7D-2E4C63B0AA88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B36D6-BB36-678F-B64C-EAE19B03B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768CC-5B6F-2B46-3840-66B354A9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DBB4-F85E-4D8B-BB98-E7D85334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62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00ABA-E857-7FB8-A0B4-983B79DE4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BCDA6-1189-A262-2F5A-0DC17666DE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AAB75-9703-92D3-35D7-1E4919E36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D11F7-3E6B-298E-B97A-C3B1D51C2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5120C-8B83-41CC-AD7D-2E4C63B0AA88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1B135-AE0D-4D02-D0F4-82324C409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2D195-5797-90E1-23AB-C2EBEA2E0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DBB4-F85E-4D8B-BB98-E7D85334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58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6DA2-E71A-9E83-84A6-0F7144914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29DF2-B703-B64E-32EE-05F601461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E4115-4B32-A633-12E2-2C1A9A9E5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2C7D9C-D41E-09F8-413A-602B230C6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7B5B91-4447-31F0-D905-41A0E7344C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5C4A8E-0618-AD50-92C1-88E623A6E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5120C-8B83-41CC-AD7D-2E4C63B0AA88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180276-73A5-06E0-1575-3EF8A0B0D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95FE4-A1DF-F5E7-1D2E-663C05226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DBB4-F85E-4D8B-BB98-E7D85334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60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4583D-ADF3-5A7C-544C-769BE64E5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AC57E2-B1B7-166C-9D37-FD9696EAB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5120C-8B83-41CC-AD7D-2E4C63B0AA88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4A6C6-CEFF-567E-E587-58711AF3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2B2EB6-96F7-DEDB-7AC7-53FF20A2F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DBB4-F85E-4D8B-BB98-E7D85334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02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5D3A87-168B-BCF4-6A78-00018D747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5120C-8B83-41CC-AD7D-2E4C63B0AA88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41E2B-9CB0-930E-9607-D0D347A5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1E197-BA5B-EE85-5DCE-71D92562C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DBB4-F85E-4D8B-BB98-E7D85334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34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09E05-1898-0E27-278D-88AF64996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B1D13-4403-EEAC-5678-33A724ADF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9499A-933C-DA8E-A0AC-D5589B377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7FE4C-DECA-CE42-5F1D-0DE89F0A0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5120C-8B83-41CC-AD7D-2E4C63B0AA88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E5779-EC12-E6C0-160D-D74BC9D11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AF01D-F54F-3DEA-A07E-4088C8BE0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DBB4-F85E-4D8B-BB98-E7D85334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9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4763F-E640-25BE-A6F6-713F88F38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0B436B-4250-77C4-7A01-BB5779C88D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E837A-A301-38FC-45DB-2B0CD2ECA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2BB65-AE40-5D33-414B-38B2858BE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5120C-8B83-41CC-AD7D-2E4C63B0AA88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E7A710-CF37-2013-C38E-6696671E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47A2-AB6D-ED8E-8836-8BA595ED9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DBB4-F85E-4D8B-BB98-E7D85334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18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85E35-3492-CD19-38D1-AF13F6F88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A3F5E2-B6F3-5049-61F2-C70F534D6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BF2CE-970E-D10B-5537-71A124D56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5120C-8B83-41CC-AD7D-2E4C63B0AA88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BE1FE-68AA-491B-7FD0-A6708E1D4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8AB38-C0B4-F7E0-8BBF-46769EF27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DBB4-F85E-4D8B-BB98-E7D85334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9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B5C69A-7923-9827-930A-764C57C1DC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76E28D-4A6E-04CA-0B96-EF3FB9E40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09C9D-2447-4BDE-A0CB-CF0C15C52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5120C-8B83-41CC-AD7D-2E4C63B0AA88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51290-9037-052C-9B1D-FF09A1116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45010-AEEE-CC5B-D848-2FBB1121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DBB4-F85E-4D8B-BB98-E7D85334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92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2729C8-30D3-1373-F55C-23F6F1F74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1D96A-82F6-F357-0E5E-C16AB74B3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99D05-6B2B-76DA-976E-8BB6ADBEE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45120C-8B83-41CC-AD7D-2E4C63B0AA88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540E8-79DA-C9A3-BD95-5256CC4F6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7535C-0133-C584-819A-B371462B0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3ADBB4-F85E-4D8B-BB98-E7D85334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5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60E866-BBD4-B553-D577-1ED07C794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939" b="97658" l="9976" r="89984">
                        <a14:foregroundMark x1="15145" y1="78716" x2="14540" y2="90186"/>
                        <a14:foregroundMark x1="29039" y1="79766" x2="25363" y2="88974"/>
                        <a14:foregroundMark x1="46002" y1="79766" x2="43578" y2="89176"/>
                        <a14:foregroundMark x1="51292" y1="80008" x2="51292" y2="88853"/>
                        <a14:foregroundMark x1="62237" y1="78837" x2="62722" y2="89499"/>
                        <a14:foregroundMark x1="74515" y1="80654" x2="74031" y2="85582"/>
                        <a14:foregroundMark x1="89095" y1="79362" x2="89095" y2="87843"/>
                        <a14:foregroundMark x1="82553" y1="14742" x2="76535" y2="29039"/>
                        <a14:foregroundMark x1="76535" y1="29039" x2="63409" y2="44669"/>
                        <a14:foregroundMark x1="83037" y1="13086" x2="79120" y2="16519"/>
                        <a14:foregroundMark x1="84976" y1="39095" x2="80574" y2="54483"/>
                        <a14:foregroundMark x1="85662" y1="34370" x2="84006" y2="39742"/>
                        <a14:foregroundMark x1="85824" y1="31422" x2="84814" y2="35662"/>
                        <a14:foregroundMark x1="49798" y1="24031" x2="48506" y2="46607"/>
                        <a14:foregroundMark x1="59976" y1="17649" x2="58158" y2="37318"/>
                        <a14:foregroundMark x1="71082" y1="11107" x2="55493" y2="4927"/>
                        <a14:foregroundMark x1="55493" y1="4927" x2="38449" y2="5250"/>
                        <a14:foregroundMark x1="38449" y1="5250" x2="24960" y2="11187"/>
                        <a14:foregroundMark x1="24960" y1="11187" x2="18013" y2="19103"/>
                        <a14:foregroundMark x1="18013" y1="19103" x2="16276" y2="25687"/>
                        <a14:foregroundMark x1="38691" y1="30937" x2="37722" y2="51535"/>
                        <a14:foregroundMark x1="54402" y1="2060" x2="46123" y2="1939"/>
                        <a14:foregroundMark x1="12803" y1="36551" x2="12763" y2="42124"/>
                        <a14:foregroundMark x1="54200" y1="75363" x2="50121" y2="75646"/>
                        <a14:foregroundMark x1="15024" y1="92528" x2="17488" y2="92730"/>
                        <a14:foregroundMark x1="19305" y1="92044" x2="30331" y2="92649"/>
                        <a14:foregroundMark x1="30331" y1="92649" x2="41882" y2="92326"/>
                        <a14:foregroundMark x1="41882" y1="92326" x2="46850" y2="97658"/>
                        <a14:foregroundMark x1="54806" y1="94265" x2="54806" y2="95800"/>
                        <a14:foregroundMark x1="15751" y1="93982" x2="15145" y2="93861"/>
                        <a14:foregroundMark x1="15953" y1="96002" x2="14943" y2="96002"/>
                        <a14:foregroundMark x1="14943" y1="96325" x2="14620" y2="96325"/>
                        <a14:backgroundMark x1="12278" y1="40428" x2="12278" y2="422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650" y="990599"/>
            <a:ext cx="4657725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067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FB67CB-B3C5-A4EA-3453-77773EF9A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78" y="642828"/>
            <a:ext cx="4657943" cy="4657943"/>
          </a:xfrm>
          <a:prstGeom prst="rect">
            <a:avLst/>
          </a:prstGeom>
          <a:solidFill>
            <a:schemeClr val="bg2"/>
          </a:solidFill>
        </p:spPr>
      </p:pic>
    </p:spTree>
    <p:extLst>
      <p:ext uri="{BB962C8B-B14F-4D97-AF65-F5344CB8AC3E}">
        <p14:creationId xmlns:p14="http://schemas.microsoft.com/office/powerpoint/2010/main" val="295185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Ezra Ipoya</dc:creator>
  <cp:lastModifiedBy>Ezra Ipoya</cp:lastModifiedBy>
  <cp:revision>2</cp:revision>
  <dcterms:created xsi:type="dcterms:W3CDTF">2026-06-13T12:08:17Z</dcterms:created>
  <dcterms:modified xsi:type="dcterms:W3CDTF">2026-06-13T16:59:31Z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54f2c2-da1a-41b9-b556-3172113c6748_Enabled">
    <vt:lpwstr>true</vt:lpwstr>
  </property>
  <property fmtid="{D5CDD505-2E9C-101B-9397-08002B2CF9AE}" pid="3" name="MSIP_Label_1254f2c2-da1a-41b9-b556-3172113c6748_SetDate">
    <vt:lpwstr>2026-06-13T12:30:05Z</vt:lpwstr>
  </property>
  <property fmtid="{D5CDD505-2E9C-101B-9397-08002B2CF9AE}" pid="4" name="MSIP_Label_1254f2c2-da1a-41b9-b556-3172113c6748_Method">
    <vt:lpwstr>Standard</vt:lpwstr>
  </property>
  <property fmtid="{D5CDD505-2E9C-101B-9397-08002B2CF9AE}" pid="5" name="MSIP_Label_1254f2c2-da1a-41b9-b556-3172113c6748_Name">
    <vt:lpwstr>General</vt:lpwstr>
  </property>
  <property fmtid="{D5CDD505-2E9C-101B-9397-08002B2CF9AE}" pid="6" name="MSIP_Label_1254f2c2-da1a-41b9-b556-3172113c6748_SiteId">
    <vt:lpwstr>c05261c1-4aae-48dc-b1f6-fde04ad750d9</vt:lpwstr>
  </property>
  <property fmtid="{D5CDD505-2E9C-101B-9397-08002B2CF9AE}" pid="7" name="MSIP_Label_1254f2c2-da1a-41b9-b556-3172113c6748_ActionId">
    <vt:lpwstr>dcacc696-8b0b-40bc-a874-c33ead8573e9</vt:lpwstr>
  </property>
  <property fmtid="{D5CDD505-2E9C-101B-9397-08002B2CF9AE}" pid="8" name="MSIP_Label_1254f2c2-da1a-41b9-b556-3172113c6748_ContentBits">
    <vt:lpwstr>0</vt:lpwstr>
  </property>
  <property fmtid="{D5CDD505-2E9C-101B-9397-08002B2CF9AE}" pid="9" name="MSIP_Label_1254f2c2-da1a-41b9-b556-3172113c6748_Tag">
    <vt:lpwstr>10, 3, 0, 1</vt:lpwstr>
  </property>
</Properties>
</file>